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3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78F11-D9AA-C49D-D3D2-0114495B7C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AEF32-90E6-ED0A-81F2-0C01B5AA58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BF8FC-FF6F-835D-D127-CDDB278D9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EAC5B-4D1E-4436-86A9-197C28706E84}" type="datetimeFigureOut">
              <a:rPr lang="en-AU" smtClean="0"/>
              <a:t>27/05/2026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AA5FD-0812-3A1C-49F3-C2575368C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36575-8317-D3C8-0495-6634037E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9FF1-7522-403D-92C9-AFBAB13A28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7435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8045B-4507-BBCC-E179-35C76C680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FE336-E1A9-2DAE-B8FA-D9C4F6B58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C75BD-76CC-4B72-B308-57F00F6DA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EAC5B-4D1E-4436-86A9-197C28706E84}" type="datetimeFigureOut">
              <a:rPr lang="en-AU" smtClean="0"/>
              <a:t>27/05/2026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F4572-CD57-6C61-A931-DD7BC27F0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C6CEC-BFD7-13AC-354B-58BC67C01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9FF1-7522-403D-92C9-AFBAB13A28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4895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DE142-DDBC-BE9B-2FAE-926D6806E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4CDA7-477A-7A69-DBB1-2B585A17C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8C6AD-ED3B-E61E-4F40-26759D24E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EAC5B-4D1E-4436-86A9-197C28706E84}" type="datetimeFigureOut">
              <a:rPr lang="en-AU" smtClean="0"/>
              <a:t>27/05/2026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25017-38E2-8422-7A41-081B7BDAA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F5308-D04E-9FA1-DB49-A5117EEA0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9FF1-7522-403D-92C9-AFBAB13A28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9511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7C015-E6E6-7A0A-4B64-EA71FF190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35490-E413-DD0D-DE19-DAF9E9AFA4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0274C3-9CBF-3CC3-3843-66BD370BCF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65F83-BB79-0B30-2CB2-312E6FF28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EAC5B-4D1E-4436-86A9-197C28706E84}" type="datetimeFigureOut">
              <a:rPr lang="en-AU" smtClean="0"/>
              <a:t>27/05/2026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30DD66-41F1-9322-A1A0-F203CA2F4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19A80A-1C80-C172-F627-546CBE151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9FF1-7522-403D-92C9-AFBAB13A28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3411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A512F-77BB-9302-2ABB-F29442F31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A4D57-884A-248D-8D72-8DA57CD0E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BF2DB2-A156-A367-EC40-C5D714083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508147-9523-418A-3B72-54CC38ECC7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CDF15A-1694-3F39-A738-C99A3B5C3E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0877EB-F394-0515-48EF-7D44CB6FF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EAC5B-4D1E-4436-86A9-197C28706E84}" type="datetimeFigureOut">
              <a:rPr lang="en-AU" smtClean="0"/>
              <a:t>27/05/2026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B0628C-5E8C-5978-CF94-82E225FCF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0D6DCF-458A-232C-00D2-AD0A19EF4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9FF1-7522-403D-92C9-AFBAB13A28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3439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E1004-FC94-3EFA-0A18-CB7785C82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B76602-028B-9DF9-90E2-15A0ABEC8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EAC5B-4D1E-4436-86A9-197C28706E84}" type="datetimeFigureOut">
              <a:rPr lang="en-AU" smtClean="0"/>
              <a:t>27/05/2026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05852-B6FE-0363-1810-B9E3CDDAF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E5E7DF-6CA7-6EA8-B6FD-DE8CE80B1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9FF1-7522-403D-92C9-AFBAB13A28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5705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C01D17-3998-04AC-D476-838D57989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EAC5B-4D1E-4436-86A9-197C28706E84}" type="datetimeFigureOut">
              <a:rPr lang="en-AU" smtClean="0"/>
              <a:t>27/05/2026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29B69F-648D-F59E-CF45-123C93AE0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82241-1DD9-DBF8-DF1A-75F96B21F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9FF1-7522-403D-92C9-AFBAB13A28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242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9C0B6-623F-D299-9D2C-6FD9CEA87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A7C23-C325-E2A3-6CD6-71D8EA374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C86DAF-260A-A374-0906-2462BE8B5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1F839A-CAE5-C283-9293-FB5FD9CD6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EAC5B-4D1E-4436-86A9-197C28706E84}" type="datetimeFigureOut">
              <a:rPr lang="en-AU" smtClean="0"/>
              <a:t>27/05/2026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EC4017-B545-A773-264F-0061859ED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0E160F-F0D7-C0BF-CE4A-E0F36D4DB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9FF1-7522-403D-92C9-AFBAB13A28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6214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BA962-5D32-624B-7970-1C7D45643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8DDD37-27D3-855E-43E1-3AAA772624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426C93-F13C-4D69-CD28-87CC3D76FF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572C69-6C35-BD0F-4C32-0C9E4627B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EAC5B-4D1E-4436-86A9-197C28706E84}" type="datetimeFigureOut">
              <a:rPr lang="en-AU" smtClean="0"/>
              <a:t>27/05/2026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7256EE-0540-5A08-A331-4B2F0CB07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7BAE59-6ED0-0A07-042B-070BFF3DB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9FF1-7522-403D-92C9-AFBAB13A28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586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FD941-1835-C5E2-6AED-ECF0B3FF0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72B9C7-A4D6-B27A-E4E7-A57F205086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119E2-A7E1-2DE3-4AB6-694BB1EB2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EAC5B-4D1E-4436-86A9-197C28706E84}" type="datetimeFigureOut">
              <a:rPr lang="en-AU" smtClean="0"/>
              <a:t>27/05/2026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63E82-A99F-3CD2-4C62-494EF23FB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88390-E6CD-9970-1466-75FE58F91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9FF1-7522-403D-92C9-AFBAB13A28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2881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08C66A-40E5-076D-2DDB-EFD2BE459E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A5B4FC-6828-9E10-E810-D05EA9A0F5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54417-6DE4-885C-F705-E4C64787D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EAC5B-4D1E-4436-86A9-197C28706E84}" type="datetimeFigureOut">
              <a:rPr lang="en-AU" smtClean="0"/>
              <a:t>27/05/2026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7A6E3-59F5-57B5-FD80-BB2D6CA9A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C5FCA-6FF1-BFE0-F382-E7B4177D9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9FF1-7522-403D-92C9-AFBAB13A28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8160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D49F71-6DD8-99D9-8A9F-B011F65F8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CA325-2DC7-4AA7-FF45-B526028AB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D0F5E-CD52-B939-FA9F-DF694FBAC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4EAC5B-4D1E-4436-86A9-197C28706E84}" type="datetimeFigureOut">
              <a:rPr lang="en-AU" smtClean="0"/>
              <a:t>27/05/2026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CB386-8298-2773-32B3-3093458BCB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83385-DEA2-F8AB-B053-F261191F5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D29FF1-7522-403D-92C9-AFBAB13A28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7124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2E3F89-7FCE-49C3-1F1E-99558FFC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797" y="0"/>
            <a:ext cx="11490406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FE2AA5-68D9-F381-6998-6E801D1580A7}"/>
              </a:ext>
            </a:extLst>
          </p:cNvPr>
          <p:cNvSpPr txBox="1"/>
          <p:nvPr/>
        </p:nvSpPr>
        <p:spPr>
          <a:xfrm>
            <a:off x="619828" y="1178287"/>
            <a:ext cx="2276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Original from </a:t>
            </a:r>
            <a:r>
              <a:rPr lang="en-AU" dirty="0" err="1"/>
              <a:t>claude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96883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47F892-E144-81FB-4CEE-3197D3625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360" y="0"/>
            <a:ext cx="97312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21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F9CAB-EACE-C96B-109B-E38E41703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92854F-C1E0-F045-E73B-9656A7DE3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6" y="-34358"/>
            <a:ext cx="11490406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9A75B5-B454-DE0C-1033-440277AACC29}"/>
              </a:ext>
            </a:extLst>
          </p:cNvPr>
          <p:cNvSpPr txBox="1"/>
          <p:nvPr/>
        </p:nvSpPr>
        <p:spPr>
          <a:xfrm>
            <a:off x="619828" y="1178287"/>
            <a:ext cx="2276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Updated by </a:t>
            </a:r>
            <a:r>
              <a:rPr lang="en-AU" dirty="0" err="1"/>
              <a:t>dennis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DE4B05-59CA-EF45-E3BF-3C88D25E38B4}"/>
              </a:ext>
            </a:extLst>
          </p:cNvPr>
          <p:cNvSpPr txBox="1"/>
          <p:nvPr/>
        </p:nvSpPr>
        <p:spPr>
          <a:xfrm rot="21151021">
            <a:off x="3494478" y="5858912"/>
            <a:ext cx="2276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line deleted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064931-49B0-75F7-C5D4-54D1677C7A0D}"/>
              </a:ext>
            </a:extLst>
          </p:cNvPr>
          <p:cNvSpPr txBox="1"/>
          <p:nvPr/>
        </p:nvSpPr>
        <p:spPr>
          <a:xfrm>
            <a:off x="7429755" y="4232424"/>
            <a:ext cx="2276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deleted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3469AA-BC18-0C76-CED0-29095D69195E}"/>
              </a:ext>
            </a:extLst>
          </p:cNvPr>
          <p:cNvSpPr txBox="1"/>
          <p:nvPr/>
        </p:nvSpPr>
        <p:spPr>
          <a:xfrm>
            <a:off x="9017300" y="3207768"/>
            <a:ext cx="2276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deleted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531684-A5E3-A462-6EB6-72EE84A4DE13}"/>
              </a:ext>
            </a:extLst>
          </p:cNvPr>
          <p:cNvSpPr txBox="1"/>
          <p:nvPr/>
        </p:nvSpPr>
        <p:spPr>
          <a:xfrm rot="16200000">
            <a:off x="8890342" y="1619922"/>
            <a:ext cx="227679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>
                <a:solidFill>
                  <a:srgbClr val="FF0000"/>
                </a:solidFill>
              </a:rPr>
              <a:t>Sutcliffe Road North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95F199-05F4-5DF1-77C4-48E0E22234C8}"/>
              </a:ext>
            </a:extLst>
          </p:cNvPr>
          <p:cNvSpPr txBox="1"/>
          <p:nvPr/>
        </p:nvSpPr>
        <p:spPr>
          <a:xfrm rot="16200000">
            <a:off x="-929672" y="4508457"/>
            <a:ext cx="227679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>
                <a:solidFill>
                  <a:srgbClr val="FF0000"/>
                </a:solidFill>
              </a:rPr>
              <a:t>David Road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8322E6-62FB-F721-F7E9-764286015BB4}"/>
              </a:ext>
            </a:extLst>
          </p:cNvPr>
          <p:cNvSpPr txBox="1"/>
          <p:nvPr/>
        </p:nvSpPr>
        <p:spPr>
          <a:xfrm>
            <a:off x="5548298" y="5926212"/>
            <a:ext cx="2276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deleted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606BE60-FC58-0F4B-0C8D-6AB42B8E248E}"/>
              </a:ext>
            </a:extLst>
          </p:cNvPr>
          <p:cNvCxnSpPr/>
          <p:nvPr/>
        </p:nvCxnSpPr>
        <p:spPr>
          <a:xfrm flipH="1" flipV="1">
            <a:off x="4228333" y="5314566"/>
            <a:ext cx="282298" cy="6116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820A61C-97A8-4544-B85F-7BCAD0BC8554}"/>
              </a:ext>
            </a:extLst>
          </p:cNvPr>
          <p:cNvSpPr txBox="1"/>
          <p:nvPr/>
        </p:nvSpPr>
        <p:spPr>
          <a:xfrm rot="21151021">
            <a:off x="1133382" y="3244334"/>
            <a:ext cx="2276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line deleted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EF86FC8-020A-B434-C497-E40DEF2F088C}"/>
              </a:ext>
            </a:extLst>
          </p:cNvPr>
          <p:cNvCxnSpPr>
            <a:cxnSpLocks/>
          </p:cNvCxnSpPr>
          <p:nvPr/>
        </p:nvCxnSpPr>
        <p:spPr>
          <a:xfrm flipH="1">
            <a:off x="1638556" y="3559409"/>
            <a:ext cx="405036" cy="15035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D1203CD-37AF-46A0-993F-BA86B45BDA70}"/>
              </a:ext>
            </a:extLst>
          </p:cNvPr>
          <p:cNvCxnSpPr>
            <a:cxnSpLocks/>
          </p:cNvCxnSpPr>
          <p:nvPr/>
        </p:nvCxnSpPr>
        <p:spPr>
          <a:xfrm flipH="1" flipV="1">
            <a:off x="1617076" y="6289828"/>
            <a:ext cx="923606" cy="3134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356AF5A-CA57-1581-D418-71E6C2CC67D8}"/>
              </a:ext>
            </a:extLst>
          </p:cNvPr>
          <p:cNvCxnSpPr>
            <a:cxnSpLocks/>
          </p:cNvCxnSpPr>
          <p:nvPr/>
        </p:nvCxnSpPr>
        <p:spPr>
          <a:xfrm flipH="1" flipV="1">
            <a:off x="5330438" y="4760852"/>
            <a:ext cx="1089151" cy="8719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D29874E-F033-437B-E86C-9651528185B5}"/>
              </a:ext>
            </a:extLst>
          </p:cNvPr>
          <p:cNvCxnSpPr>
            <a:cxnSpLocks/>
          </p:cNvCxnSpPr>
          <p:nvPr/>
        </p:nvCxnSpPr>
        <p:spPr>
          <a:xfrm flipV="1">
            <a:off x="6474461" y="4671214"/>
            <a:ext cx="71086" cy="9491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AC304DB-2D9A-E132-D17E-E4888F9D489F}"/>
              </a:ext>
            </a:extLst>
          </p:cNvPr>
          <p:cNvCxnSpPr>
            <a:cxnSpLocks/>
          </p:cNvCxnSpPr>
          <p:nvPr/>
        </p:nvCxnSpPr>
        <p:spPr>
          <a:xfrm flipH="1">
            <a:off x="7657845" y="840757"/>
            <a:ext cx="706767" cy="646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CC69CBB-D7E0-58A2-AFD2-B50A8605F24A}"/>
              </a:ext>
            </a:extLst>
          </p:cNvPr>
          <p:cNvCxnSpPr>
            <a:cxnSpLocks/>
          </p:cNvCxnSpPr>
          <p:nvPr/>
        </p:nvCxnSpPr>
        <p:spPr>
          <a:xfrm flipH="1">
            <a:off x="6474461" y="773251"/>
            <a:ext cx="1890151" cy="7283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81565D1-5E45-ECA5-99B9-A6BDE7DE254A}"/>
              </a:ext>
            </a:extLst>
          </p:cNvPr>
          <p:cNvCxnSpPr>
            <a:cxnSpLocks/>
          </p:cNvCxnSpPr>
          <p:nvPr/>
        </p:nvCxnSpPr>
        <p:spPr>
          <a:xfrm flipH="1">
            <a:off x="5330438" y="730293"/>
            <a:ext cx="3083269" cy="7994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41180DA-8C7C-3C05-F899-1753A5C3880C}"/>
              </a:ext>
            </a:extLst>
          </p:cNvPr>
          <p:cNvSpPr txBox="1"/>
          <p:nvPr/>
        </p:nvSpPr>
        <p:spPr>
          <a:xfrm>
            <a:off x="8370237" y="505111"/>
            <a:ext cx="2276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These lines deleted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E5C313-DF44-BC36-0B19-4E0D06E93030}"/>
              </a:ext>
            </a:extLst>
          </p:cNvPr>
          <p:cNvSpPr txBox="1"/>
          <p:nvPr/>
        </p:nvSpPr>
        <p:spPr>
          <a:xfrm rot="21151021">
            <a:off x="2555035" y="6307627"/>
            <a:ext cx="2276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line deleted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CE9BC2-94C4-7223-BA3C-8B9C08F9E44D}"/>
              </a:ext>
            </a:extLst>
          </p:cNvPr>
          <p:cNvSpPr txBox="1"/>
          <p:nvPr/>
        </p:nvSpPr>
        <p:spPr>
          <a:xfrm>
            <a:off x="5717540" y="5475414"/>
            <a:ext cx="2276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These lines deleted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4F47CE8-D6A2-C6DE-1136-ED0AE7F2F493}"/>
              </a:ext>
            </a:extLst>
          </p:cNvPr>
          <p:cNvCxnSpPr>
            <a:cxnSpLocks/>
          </p:cNvCxnSpPr>
          <p:nvPr/>
        </p:nvCxnSpPr>
        <p:spPr>
          <a:xfrm>
            <a:off x="3173958" y="1308814"/>
            <a:ext cx="3371589" cy="22505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BB979F2-B5DC-976F-30CD-8C1B376B928D}"/>
              </a:ext>
            </a:extLst>
          </p:cNvPr>
          <p:cNvCxnSpPr>
            <a:cxnSpLocks/>
          </p:cNvCxnSpPr>
          <p:nvPr/>
        </p:nvCxnSpPr>
        <p:spPr>
          <a:xfrm flipH="1">
            <a:off x="7633961" y="745086"/>
            <a:ext cx="934191" cy="26661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05610C0-B22C-9FB1-866E-02219E4B0149}"/>
              </a:ext>
            </a:extLst>
          </p:cNvPr>
          <p:cNvSpPr txBox="1"/>
          <p:nvPr/>
        </p:nvSpPr>
        <p:spPr>
          <a:xfrm rot="21151021">
            <a:off x="2660405" y="913718"/>
            <a:ext cx="2276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line deleted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BBC531-F759-328C-3653-D726D5C9654B}"/>
              </a:ext>
            </a:extLst>
          </p:cNvPr>
          <p:cNvSpPr txBox="1"/>
          <p:nvPr/>
        </p:nvSpPr>
        <p:spPr>
          <a:xfrm rot="16200000">
            <a:off x="6537515" y="1942412"/>
            <a:ext cx="227679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>
                <a:solidFill>
                  <a:srgbClr val="FF0000"/>
                </a:solidFill>
              </a:rPr>
              <a:t>Pead Fairway</a:t>
            </a:r>
          </a:p>
        </p:txBody>
      </p:sp>
    </p:spTree>
    <p:extLst>
      <p:ext uri="{BB962C8B-B14F-4D97-AF65-F5344CB8AC3E}">
        <p14:creationId xmlns:p14="http://schemas.microsoft.com/office/powerpoint/2010/main" val="3727540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03B58-19DC-792E-82E8-52A6EC98E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72F498-8423-A18C-5392-14049334B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6" y="-34358"/>
            <a:ext cx="11490406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5926B8-BEE6-1096-742B-B1B36EB42830}"/>
              </a:ext>
            </a:extLst>
          </p:cNvPr>
          <p:cNvSpPr txBox="1"/>
          <p:nvPr/>
        </p:nvSpPr>
        <p:spPr>
          <a:xfrm>
            <a:off x="619828" y="1178287"/>
            <a:ext cx="2276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Updated by </a:t>
            </a:r>
            <a:r>
              <a:rPr lang="en-AU" dirty="0" err="1"/>
              <a:t>dennis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9A668E-547A-8729-800D-BE215E043908}"/>
              </a:ext>
            </a:extLst>
          </p:cNvPr>
          <p:cNvSpPr txBox="1"/>
          <p:nvPr/>
        </p:nvSpPr>
        <p:spPr>
          <a:xfrm rot="21151021">
            <a:off x="3494478" y="5858912"/>
            <a:ext cx="2276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line deleted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DD2DBF-294B-82A6-E9A9-416CE108E901}"/>
              </a:ext>
            </a:extLst>
          </p:cNvPr>
          <p:cNvSpPr txBox="1"/>
          <p:nvPr/>
        </p:nvSpPr>
        <p:spPr>
          <a:xfrm>
            <a:off x="7429755" y="4232424"/>
            <a:ext cx="2276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deleted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B6BC4C-0AA0-8BBC-F8F8-E6C500EC2BCF}"/>
              </a:ext>
            </a:extLst>
          </p:cNvPr>
          <p:cNvSpPr txBox="1"/>
          <p:nvPr/>
        </p:nvSpPr>
        <p:spPr>
          <a:xfrm>
            <a:off x="9017300" y="3207768"/>
            <a:ext cx="2276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deleted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4710BF-BBAD-8F6F-B765-3EC2C2BBF2D1}"/>
              </a:ext>
            </a:extLst>
          </p:cNvPr>
          <p:cNvSpPr txBox="1"/>
          <p:nvPr/>
        </p:nvSpPr>
        <p:spPr>
          <a:xfrm rot="16200000">
            <a:off x="8890342" y="1619922"/>
            <a:ext cx="227679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>
                <a:solidFill>
                  <a:srgbClr val="FF0000"/>
                </a:solidFill>
              </a:rPr>
              <a:t>Sutcliffe Road North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3ACC7D-39DF-C5C1-1E81-1D574C16A78E}"/>
              </a:ext>
            </a:extLst>
          </p:cNvPr>
          <p:cNvSpPr txBox="1"/>
          <p:nvPr/>
        </p:nvSpPr>
        <p:spPr>
          <a:xfrm rot="16200000">
            <a:off x="-929672" y="4508457"/>
            <a:ext cx="227679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>
                <a:solidFill>
                  <a:srgbClr val="FF0000"/>
                </a:solidFill>
              </a:rPr>
              <a:t>David Road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79A5E-B257-5BF3-1117-13FA6C47BCDC}"/>
              </a:ext>
            </a:extLst>
          </p:cNvPr>
          <p:cNvSpPr txBox="1"/>
          <p:nvPr/>
        </p:nvSpPr>
        <p:spPr>
          <a:xfrm>
            <a:off x="5548298" y="5926212"/>
            <a:ext cx="2276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deleted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AE056EB-15EA-787E-6E84-7DD58615839F}"/>
              </a:ext>
            </a:extLst>
          </p:cNvPr>
          <p:cNvCxnSpPr/>
          <p:nvPr/>
        </p:nvCxnSpPr>
        <p:spPr>
          <a:xfrm flipH="1" flipV="1">
            <a:off x="4228333" y="5314566"/>
            <a:ext cx="282298" cy="6116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BC7F888-7A47-1FD6-D707-C92435CA6A39}"/>
              </a:ext>
            </a:extLst>
          </p:cNvPr>
          <p:cNvSpPr txBox="1"/>
          <p:nvPr/>
        </p:nvSpPr>
        <p:spPr>
          <a:xfrm rot="21151021">
            <a:off x="1133382" y="3244334"/>
            <a:ext cx="2276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line deleted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2174501-A312-11E2-2A3C-D18A25FA18D8}"/>
              </a:ext>
            </a:extLst>
          </p:cNvPr>
          <p:cNvCxnSpPr>
            <a:cxnSpLocks/>
          </p:cNvCxnSpPr>
          <p:nvPr/>
        </p:nvCxnSpPr>
        <p:spPr>
          <a:xfrm flipH="1">
            <a:off x="1638556" y="3559409"/>
            <a:ext cx="405036" cy="15035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6260EB6-335A-A79B-DBD6-CACFBBC15A6F}"/>
              </a:ext>
            </a:extLst>
          </p:cNvPr>
          <p:cNvCxnSpPr>
            <a:cxnSpLocks/>
          </p:cNvCxnSpPr>
          <p:nvPr/>
        </p:nvCxnSpPr>
        <p:spPr>
          <a:xfrm flipH="1" flipV="1">
            <a:off x="1617076" y="6289828"/>
            <a:ext cx="923606" cy="3134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D6AF61-FCD9-9BC2-9C1A-C8CC02E25A04}"/>
              </a:ext>
            </a:extLst>
          </p:cNvPr>
          <p:cNvCxnSpPr>
            <a:cxnSpLocks/>
          </p:cNvCxnSpPr>
          <p:nvPr/>
        </p:nvCxnSpPr>
        <p:spPr>
          <a:xfrm flipH="1" flipV="1">
            <a:off x="5330438" y="4760852"/>
            <a:ext cx="1089151" cy="8719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301D486-6B3B-9F66-6E66-5E3D0D6F7BA4}"/>
              </a:ext>
            </a:extLst>
          </p:cNvPr>
          <p:cNvCxnSpPr>
            <a:cxnSpLocks/>
          </p:cNvCxnSpPr>
          <p:nvPr/>
        </p:nvCxnSpPr>
        <p:spPr>
          <a:xfrm flipV="1">
            <a:off x="6474461" y="4671214"/>
            <a:ext cx="71086" cy="9491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70F611F-2D5E-3591-4B24-734A7164FBF5}"/>
              </a:ext>
            </a:extLst>
          </p:cNvPr>
          <p:cNvCxnSpPr>
            <a:cxnSpLocks/>
          </p:cNvCxnSpPr>
          <p:nvPr/>
        </p:nvCxnSpPr>
        <p:spPr>
          <a:xfrm flipH="1">
            <a:off x="7657845" y="840757"/>
            <a:ext cx="706767" cy="646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BDCC3F5-461E-DF12-1966-56D44565CFFF}"/>
              </a:ext>
            </a:extLst>
          </p:cNvPr>
          <p:cNvCxnSpPr>
            <a:cxnSpLocks/>
          </p:cNvCxnSpPr>
          <p:nvPr/>
        </p:nvCxnSpPr>
        <p:spPr>
          <a:xfrm flipH="1">
            <a:off x="6474461" y="773251"/>
            <a:ext cx="1890151" cy="7283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C7E1C93-A4BF-7E4A-A59B-FBAB5777D299}"/>
              </a:ext>
            </a:extLst>
          </p:cNvPr>
          <p:cNvCxnSpPr>
            <a:cxnSpLocks/>
          </p:cNvCxnSpPr>
          <p:nvPr/>
        </p:nvCxnSpPr>
        <p:spPr>
          <a:xfrm flipH="1">
            <a:off x="5330438" y="730293"/>
            <a:ext cx="3083269" cy="7994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327987C-A770-CF87-176D-0665893B169A}"/>
              </a:ext>
            </a:extLst>
          </p:cNvPr>
          <p:cNvSpPr txBox="1"/>
          <p:nvPr/>
        </p:nvSpPr>
        <p:spPr>
          <a:xfrm>
            <a:off x="8370237" y="505111"/>
            <a:ext cx="2276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These lines deleted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55EA3A-03BF-C672-7BB1-025F9666D2C2}"/>
              </a:ext>
            </a:extLst>
          </p:cNvPr>
          <p:cNvSpPr txBox="1"/>
          <p:nvPr/>
        </p:nvSpPr>
        <p:spPr>
          <a:xfrm rot="21151021">
            <a:off x="2555035" y="6307627"/>
            <a:ext cx="2276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line deleted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AFADFE0-C47E-A08B-AF98-97A052264666}"/>
              </a:ext>
            </a:extLst>
          </p:cNvPr>
          <p:cNvSpPr txBox="1"/>
          <p:nvPr/>
        </p:nvSpPr>
        <p:spPr>
          <a:xfrm>
            <a:off x="5717540" y="5475414"/>
            <a:ext cx="2276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These lines deleted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57D4EFF-E487-4F88-48D2-AAD3CB6B3A8F}"/>
              </a:ext>
            </a:extLst>
          </p:cNvPr>
          <p:cNvCxnSpPr>
            <a:cxnSpLocks/>
          </p:cNvCxnSpPr>
          <p:nvPr/>
        </p:nvCxnSpPr>
        <p:spPr>
          <a:xfrm>
            <a:off x="3173958" y="1308814"/>
            <a:ext cx="3371589" cy="22505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CE81E44-F9AE-9C26-71CC-154E96308F6D}"/>
              </a:ext>
            </a:extLst>
          </p:cNvPr>
          <p:cNvCxnSpPr>
            <a:cxnSpLocks/>
          </p:cNvCxnSpPr>
          <p:nvPr/>
        </p:nvCxnSpPr>
        <p:spPr>
          <a:xfrm flipH="1">
            <a:off x="7633961" y="745086"/>
            <a:ext cx="934191" cy="26661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EB9BA04-FDDB-7AFA-9242-FAF60A950618}"/>
              </a:ext>
            </a:extLst>
          </p:cNvPr>
          <p:cNvSpPr txBox="1"/>
          <p:nvPr/>
        </p:nvSpPr>
        <p:spPr>
          <a:xfrm rot="21151021">
            <a:off x="2660405" y="913718"/>
            <a:ext cx="2276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line deleted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0072BF-751C-03FC-58E9-13759255423A}"/>
              </a:ext>
            </a:extLst>
          </p:cNvPr>
          <p:cNvSpPr txBox="1"/>
          <p:nvPr/>
        </p:nvSpPr>
        <p:spPr>
          <a:xfrm rot="16200000">
            <a:off x="6537515" y="1942412"/>
            <a:ext cx="227679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>
                <a:solidFill>
                  <a:srgbClr val="FF0000"/>
                </a:solidFill>
              </a:rPr>
              <a:t>Pead Fairway</a:t>
            </a:r>
          </a:p>
        </p:txBody>
      </p:sp>
    </p:spTree>
    <p:extLst>
      <p:ext uri="{BB962C8B-B14F-4D97-AF65-F5344CB8AC3E}">
        <p14:creationId xmlns:p14="http://schemas.microsoft.com/office/powerpoint/2010/main" val="1697583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E8C5CA-BDFD-33EB-1AAE-3DBBA91A0A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" y="0"/>
            <a:ext cx="10149840" cy="6858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469100A-E6F2-AEC0-1D14-0CAF15264D10}"/>
              </a:ext>
            </a:extLst>
          </p:cNvPr>
          <p:cNvCxnSpPr/>
          <p:nvPr/>
        </p:nvCxnSpPr>
        <p:spPr>
          <a:xfrm>
            <a:off x="2620462" y="4940215"/>
            <a:ext cx="0" cy="263887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6D01700-7D32-05BA-947D-694F3D7A66A4}"/>
              </a:ext>
            </a:extLst>
          </p:cNvPr>
          <p:cNvCxnSpPr>
            <a:cxnSpLocks/>
          </p:cNvCxnSpPr>
          <p:nvPr/>
        </p:nvCxnSpPr>
        <p:spPr>
          <a:xfrm flipH="1">
            <a:off x="2398510" y="6362955"/>
            <a:ext cx="307869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E9E2B8-82BD-A2CF-C312-1297404CC01A}"/>
              </a:ext>
            </a:extLst>
          </p:cNvPr>
          <p:cNvCxnSpPr>
            <a:cxnSpLocks/>
          </p:cNvCxnSpPr>
          <p:nvPr/>
        </p:nvCxnSpPr>
        <p:spPr>
          <a:xfrm flipH="1">
            <a:off x="5111025" y="5339114"/>
            <a:ext cx="191268" cy="128875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6868210-F35C-B12E-C586-9470B53A0FC5}"/>
              </a:ext>
            </a:extLst>
          </p:cNvPr>
          <p:cNvCxnSpPr>
            <a:cxnSpLocks/>
          </p:cNvCxnSpPr>
          <p:nvPr/>
        </p:nvCxnSpPr>
        <p:spPr>
          <a:xfrm flipH="1">
            <a:off x="6208510" y="4792929"/>
            <a:ext cx="210701" cy="7262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1146D43-799F-C1B6-C673-A788E26C2A58}"/>
              </a:ext>
            </a:extLst>
          </p:cNvPr>
          <p:cNvCxnSpPr>
            <a:cxnSpLocks/>
          </p:cNvCxnSpPr>
          <p:nvPr/>
        </p:nvCxnSpPr>
        <p:spPr>
          <a:xfrm flipH="1">
            <a:off x="7318268" y="4741788"/>
            <a:ext cx="242409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9631A05-3307-53CF-AD22-182E2C2E9F7B}"/>
              </a:ext>
            </a:extLst>
          </p:cNvPr>
          <p:cNvCxnSpPr>
            <a:cxnSpLocks/>
          </p:cNvCxnSpPr>
          <p:nvPr/>
        </p:nvCxnSpPr>
        <p:spPr>
          <a:xfrm>
            <a:off x="7560677" y="3429000"/>
            <a:ext cx="0" cy="259285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BD6B9FC-6CF4-7A60-8B05-947D87FF37AA}"/>
              </a:ext>
            </a:extLst>
          </p:cNvPr>
          <p:cNvCxnSpPr>
            <a:cxnSpLocks/>
          </p:cNvCxnSpPr>
          <p:nvPr/>
        </p:nvCxnSpPr>
        <p:spPr>
          <a:xfrm>
            <a:off x="8547697" y="3414936"/>
            <a:ext cx="80802" cy="205843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EA46C08-E495-45E2-004B-63CD2F070A77}"/>
              </a:ext>
            </a:extLst>
          </p:cNvPr>
          <p:cNvCxnSpPr>
            <a:cxnSpLocks/>
          </p:cNvCxnSpPr>
          <p:nvPr/>
        </p:nvCxnSpPr>
        <p:spPr>
          <a:xfrm>
            <a:off x="8466895" y="1604547"/>
            <a:ext cx="204563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5F897BC-63DF-A913-7702-8BE85351D8F9}"/>
              </a:ext>
            </a:extLst>
          </p:cNvPr>
          <p:cNvCxnSpPr>
            <a:cxnSpLocks/>
          </p:cNvCxnSpPr>
          <p:nvPr/>
        </p:nvCxnSpPr>
        <p:spPr>
          <a:xfrm>
            <a:off x="7318268" y="1604547"/>
            <a:ext cx="204563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E5880D5-DAB0-70ED-2CB8-C0BCA0827CA4}"/>
              </a:ext>
            </a:extLst>
          </p:cNvPr>
          <p:cNvCxnSpPr>
            <a:cxnSpLocks/>
          </p:cNvCxnSpPr>
          <p:nvPr/>
        </p:nvCxnSpPr>
        <p:spPr>
          <a:xfrm>
            <a:off x="6096000" y="1581789"/>
            <a:ext cx="204563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CA64D23-EE42-B613-5B80-E6C225F8C913}"/>
              </a:ext>
            </a:extLst>
          </p:cNvPr>
          <p:cNvSpPr txBox="1"/>
          <p:nvPr/>
        </p:nvSpPr>
        <p:spPr>
          <a:xfrm rot="21151021">
            <a:off x="1133382" y="2967336"/>
            <a:ext cx="22767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Dennis corrected – red stays, yellow is deleted</a:t>
            </a:r>
          </a:p>
        </p:txBody>
      </p:sp>
    </p:spTree>
    <p:extLst>
      <p:ext uri="{BB962C8B-B14F-4D97-AF65-F5344CB8AC3E}">
        <p14:creationId xmlns:p14="http://schemas.microsoft.com/office/powerpoint/2010/main" val="1000737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5ACC77-3A45-19D3-DABE-0A86C3D867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" y="0"/>
            <a:ext cx="10149840" cy="6858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0B1D062-5046-3301-4934-7211EC20D921}"/>
              </a:ext>
            </a:extLst>
          </p:cNvPr>
          <p:cNvCxnSpPr>
            <a:cxnSpLocks/>
          </p:cNvCxnSpPr>
          <p:nvPr/>
        </p:nvCxnSpPr>
        <p:spPr>
          <a:xfrm flipV="1">
            <a:off x="5124322" y="5351388"/>
            <a:ext cx="165697" cy="9205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8C4841-EE43-C86D-80CB-CB2F91953AAF}"/>
              </a:ext>
            </a:extLst>
          </p:cNvPr>
          <p:cNvCxnSpPr>
            <a:cxnSpLocks/>
          </p:cNvCxnSpPr>
          <p:nvPr/>
        </p:nvCxnSpPr>
        <p:spPr>
          <a:xfrm flipV="1">
            <a:off x="2607165" y="4903393"/>
            <a:ext cx="0" cy="32423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4328AC4-183E-0308-913D-1574852FF610}"/>
              </a:ext>
            </a:extLst>
          </p:cNvPr>
          <p:cNvCxnSpPr>
            <a:cxnSpLocks/>
          </p:cNvCxnSpPr>
          <p:nvPr/>
        </p:nvCxnSpPr>
        <p:spPr>
          <a:xfrm flipV="1">
            <a:off x="7491125" y="3429000"/>
            <a:ext cx="0" cy="32423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2F87B3-2A6F-E290-7C5C-2117C5F26B62}"/>
              </a:ext>
            </a:extLst>
          </p:cNvPr>
          <p:cNvCxnSpPr>
            <a:cxnSpLocks/>
          </p:cNvCxnSpPr>
          <p:nvPr/>
        </p:nvCxnSpPr>
        <p:spPr>
          <a:xfrm flipH="1" flipV="1">
            <a:off x="8545651" y="3378882"/>
            <a:ext cx="58301" cy="27258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2DF7AEE-7F40-B8DB-5E5A-31335FB7441C}"/>
              </a:ext>
            </a:extLst>
          </p:cNvPr>
          <p:cNvCxnSpPr>
            <a:cxnSpLocks/>
          </p:cNvCxnSpPr>
          <p:nvPr/>
        </p:nvCxnSpPr>
        <p:spPr>
          <a:xfrm flipH="1">
            <a:off x="6212601" y="4792929"/>
            <a:ext cx="206610" cy="1043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5600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C5603B-A899-A1F7-B3BB-F99CF3D014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" y="0"/>
            <a:ext cx="10149840" cy="6858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5B413CD-34DE-DEF9-27B5-E80ACC3EF198}"/>
              </a:ext>
            </a:extLst>
          </p:cNvPr>
          <p:cNvCxnSpPr>
            <a:cxnSpLocks/>
          </p:cNvCxnSpPr>
          <p:nvPr/>
        </p:nvCxnSpPr>
        <p:spPr>
          <a:xfrm>
            <a:off x="7505444" y="3429000"/>
            <a:ext cx="0" cy="27155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8F5BE2B-96FC-5875-FA53-E81E73B55752}"/>
              </a:ext>
            </a:extLst>
          </p:cNvPr>
          <p:cNvCxnSpPr>
            <a:cxnSpLocks/>
          </p:cNvCxnSpPr>
          <p:nvPr/>
        </p:nvCxnSpPr>
        <p:spPr>
          <a:xfrm>
            <a:off x="8529286" y="3346663"/>
            <a:ext cx="0" cy="17592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8BDA524-00A8-49EA-51A2-D254E2D705A0}"/>
              </a:ext>
            </a:extLst>
          </p:cNvPr>
          <p:cNvCxnSpPr>
            <a:cxnSpLocks/>
          </p:cNvCxnSpPr>
          <p:nvPr/>
        </p:nvCxnSpPr>
        <p:spPr>
          <a:xfrm>
            <a:off x="8529286" y="3522588"/>
            <a:ext cx="123761" cy="11046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F24775E-0599-4BCB-5A86-25EADD865BC7}"/>
              </a:ext>
            </a:extLst>
          </p:cNvPr>
          <p:cNvCxnSpPr>
            <a:cxnSpLocks/>
          </p:cNvCxnSpPr>
          <p:nvPr/>
        </p:nvCxnSpPr>
        <p:spPr>
          <a:xfrm flipH="1">
            <a:off x="6171689" y="4848161"/>
            <a:ext cx="112510" cy="5421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99A8CFD-096E-A7D5-8B51-F3A78C02B561}"/>
              </a:ext>
            </a:extLst>
          </p:cNvPr>
          <p:cNvCxnSpPr>
            <a:cxnSpLocks/>
          </p:cNvCxnSpPr>
          <p:nvPr/>
        </p:nvCxnSpPr>
        <p:spPr>
          <a:xfrm flipV="1">
            <a:off x="6351705" y="4786792"/>
            <a:ext cx="84894" cy="613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744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7C54FD-A449-6ECE-0326-96961DC386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" y="0"/>
            <a:ext cx="101498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443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80</Words>
  <Application>Microsoft Office PowerPoint</Application>
  <PresentationFormat>Widescreen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Dennis McMahon</dc:creator>
  <cp:lastModifiedBy>Dennis McMahon</cp:lastModifiedBy>
  <cp:revision>7</cp:revision>
  <dcterms:created xsi:type="dcterms:W3CDTF">2026-05-26T19:01:33Z</dcterms:created>
  <dcterms:modified xsi:type="dcterms:W3CDTF">2026-05-26T22:46:49Z</dcterms:modified>
</cp:coreProperties>
</file>